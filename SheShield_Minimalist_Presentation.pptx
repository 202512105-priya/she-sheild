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WSSOA (IT644)  ·  PROJECT PRESENTATION I  ·  AUTUMN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SHE SHIELD</a:t>
            </a:r>
          </a:p>
          <a:p>
            <a:pPr>
              <a:spcBef>
                <a:spcPts val="400"/>
              </a:spcBef>
              <a:defRPr sz="1800">
                <a:solidFill>
                  <a:srgbClr val="4338CA"/>
                </a:solidFill>
                <a:latin typeface="Arial"/>
              </a:defRPr>
            </a:pPr>
            <a:r>
              <a:t>Design Document &amp; Architecture Presentation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Cyber-Integrated Safety Platform for Women  ·  Dhirubhai Ambani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517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60320"/>
                <a:gridCol w="1828800"/>
                <a:gridCol w="5486400"/>
              </a:tblGrid>
              <a:tr h="406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Sr. No.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Specific Project Engineering Role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Jainam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 APIs (Flask REST Services, Dispatches &amp; Hooks)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Maahir Shah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202512022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Database Architecture (PostgreSQL Schema &amp; Redis Streaming)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Hitarth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AI Threat Models (PyTorch NLP Classifier &amp; Risk Scoring)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Jay Shah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202512059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DevOps &amp; Integration (Docker, CI/CD &amp; Gateway Telemetry)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Nirmal Patel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Authentication &amp; RBAC (JWT Security &amp; Access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Priya Shah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202512105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Navigation &amp; User Flow (Routing, State &amp; Mobile UI Experience)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Jenil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Cybersecurity (Evidence Vault, SHA-256 Hashing &amp; Encryption)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Krisha Doshi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202512112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Mobile UI Engineering (Flutter, Material 3 &amp; Responsive Screens)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2. PROBLEM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Definition &amp; Market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50" b="1">
                <a:solidFill>
                  <a:srgbClr val="0F172A"/>
                </a:solidFill>
                <a:latin typeface="Arial"/>
              </a:defRPr>
            </a:pPr>
            <a:r>
              <a:t>Gap 1: Single-Vector Focus (Physical vs Cyber)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Current apps only offer physical panic buttons.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Completely ignore online blackmail, doxxing &amp; cyberstalking.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Zero unified link between physical transit &amp; cyber defense.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463040"/>
            <a:ext cx="338328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50" b="1">
                <a:solidFill>
                  <a:srgbClr val="0F172A"/>
                </a:solidFill>
                <a:latin typeface="Arial"/>
              </a:defRPr>
            </a:pPr>
            <a:r>
              <a:t>Gap 2: Acute Stress &amp; Panic Latency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Victims under attack cannot unlock phones or tap menus.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Illuminating a screen or speaking aloud alerts assailants.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Lack of stealth hardware &amp; offline secret voice triggers.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463040"/>
            <a:ext cx="338328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50" b="1">
                <a:solidFill>
                  <a:srgbClr val="0F172A"/>
                </a:solidFill>
                <a:latin typeface="Arial"/>
              </a:defRPr>
            </a:pPr>
            <a:r>
              <a:t>Gap 3: Digital Evidence Destruction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Abusers delete chats or use disappearing message features.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Screenshots lack cryptographic metadata &amp; timestamps.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Evidence is rejected in court under Section 65B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Key Takeaway: Women need a proactive platform integrating instant stealth triggers with tamper-proof evidence preservation.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3.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Solution — The SHE SHIELD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50" b="1">
                <a:solidFill>
                  <a:srgbClr val="4338CA"/>
                </a:solidFill>
                <a:latin typeface="Arial"/>
              </a:defRPr>
            </a:pPr>
            <a:r>
              <a:t>Pillar 1: Physical SOS &amp; Transit Tracking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Stealth Triggers: BLE pendant, voice 'capcap', power clicks.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Sub-2s dispatch broadcasting GPS to Guardians &amp; Police 112.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Cab Guardian: Real-time route deviation alerts (&gt;30m offset).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463040"/>
            <a:ext cx="338328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50" b="1">
                <a:solidFill>
                  <a:srgbClr val="4338CA"/>
                </a:solidFill>
                <a:latin typeface="Arial"/>
              </a:defRPr>
            </a:pPr>
            <a:r>
              <a:t>Pillar 2: AI Cybercrime &amp; OCR Ingestion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Screenshot Scanning: OCR extracts text, handles &amp; timestamps.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AI Threat Model: PyTorch NLP evaluates danger severity (92%).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Auto-Police Dossier: Generates structured complaint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463040"/>
            <a:ext cx="338328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50" b="1">
                <a:solidFill>
                  <a:srgbClr val="4338CA"/>
                </a:solidFill>
                <a:latin typeface="Arial"/>
              </a:defRPr>
            </a:pPr>
            <a:r>
              <a:t>Pillar 3: Cryptographic Evidence Vault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Blackbox Capture: Continuous audio/video during active trips.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Client SHA-256 Digest: Hashed locally before leaving device.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• AES-256 Encryption: Legally tamper-proof for court admissibility.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Core Flow: Stealth Trigger  →  Instant Multi-Target Alert  →  Continuous Route Tracking  →  Forensic Evidence Notarization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4. ACCESS CONTROL &amp;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Stakeholders &amp; User Roles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146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1. Women / Primary User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Trigger stealth SOS (&lt;= 2s).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Activate Cab &amp; Walk Guardian.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Report cyber harassment &amp; chats.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Access personal Evidence Vault.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63040"/>
            <a:ext cx="25146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2. Trusted Guardians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Receive live GPS waypoint stream.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Instant route deviation push alerts.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Automated offline SMS fallback links.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Confirm safe trip arrivals.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463040"/>
            <a:ext cx="25146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3. Police &amp; Responders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Live emergency incident radar map.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Prioritized dispatch queue &amp; triage.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Access victim profile &amp; GPS history.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Download court-admissible dossiers.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463040"/>
            <a:ext cx="26060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4. System Administrators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Manage RBAC role permissions.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Configure unsafe zone polygons.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Inspect immutable audit logs.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Oversee AI models &amp; server health.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RBAC Security: Strict separation of privileges enforced via cryptographically signed JWT tokens on every API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5. REQUIREMENTS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Functional Requirements (BRD / SRS)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4114800"/>
                <a:gridCol w="2926080"/>
              </a:tblGrid>
              <a:tr h="762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Req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Engineering Target &amp; Logic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Verification Criteria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Instant SOS 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Emergency signal latency &lt;= 2 seconds from trigger to server 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Sub-2s benchmark under LTE &amp; BLE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Live GPS Stream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Waypoint stream every 3–5 seconds with Kalman filtering.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Smooth breadcrumb path on responder 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Route Deviation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Haversine offset detection flagging route detours &gt;30 meters.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Auto-notification to guardians upon detour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Cyber Incident Logging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OCR text parsing from screenshots + NLP threat risk scoring.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Extracted text &amp; score generated in &lt;3s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Evidence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Client-side SHA-256 fingerprinting before file upload.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Hash match check ensures zero file tampering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6. QUALITY &amp; SECURITY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Non-Functional Requirements &amp; Security Mandates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1. High Availability (99.9% Uptime)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Zero single-point-of-failure for emergency dispatch.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Auto-scaling WSGI workers &amp; Redis pub/sub queue.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Health check monitoring with sub-30s pod recovery.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2. Location Privacy &amp; Minimization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Strict adherence to DPDP Act (India) &amp; GDPR principles.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Automated 30-day scheduled purging of transit logs.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End-to-end TLS 1.3 transit encryption for all telemetry.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1206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3. Offline SMS Fallback Queue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Client detects cellular data loss automatically.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Local SQLite queue caches GPS coordinates.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Auto-dispatches SMS with live Google Maps link.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749039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4. SHA-256 Evidence Integrity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Client-side hashing proves media was never altered.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Guarantees legal admissibility under Evidence Act Sec 65B.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Immutable audit log records hash, size &amp; timestamp.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DESIGN COMPONENTS : THREE-TIER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Design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hree_tier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622125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63440" y="1371600"/>
            <a:ext cx="67665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Tier 1: Frontend Layer (Mobile &amp; Web)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Flutter Mobile App (Women): 60fps UI, stealth triggers, background sensors.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React.js Web Command Dashboard: High-density radar for Police &amp; Admins.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Protocol: Secure HTTPS / RESTful communication.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017520"/>
            <a:ext cx="676656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Tier 2: Backend &amp; AI Layer (Microservices &amp; Threat Engine)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API Gateway: Centralized JWT Authentication, RBAC &amp; Request Routing.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Python Flask Microservices: Authentication, Emergency SOS, Travel Tracker, Cybercrime Intake.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AI Threat Engine: Real-time Distress Audio Classifier &amp; OCR Screenshot Scanner.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4800600"/>
            <a:ext cx="67665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Tier 3: Database &amp; Storage Layer (ACID &amp; Cryptographic Vault)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Relational Database: Stores User Accounts, Roles, Complaint Logs &amp; Emergency Sessions.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Encrypted Evidence Vault: AES-256 File Encryption &amp; SHA-256 Integrity Hashes.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DESIGN COMPONENTS : USE CASE MODEL &amp; SYSTEM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Design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_cas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762426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31920" y="1371600"/>
            <a:ext cx="7498079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Actor 1: Woman (Primary User)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Trigger Emergency SOS: Initiates instant distress broadcast via stealth or button.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Upload &amp; Secure Evidence: Stores incident files in AES-256 Cryptographic Vault.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Report Cybercrime Harassment: Submits screenshots and chat logs for AI evaluation.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Track Travel &amp; Cab Journey: Real-time route deviation &amp; safe arrival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3154680"/>
            <a:ext cx="7498079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Actor 2: Trusted Guardian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Receive Emergency SMS with Live GPS Link: Immediate offline/cellular coordinate alert.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View Safety Status: Live breadcrumb tracking during active transit trips.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4572000"/>
            <a:ext cx="7498079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Actor 3: Police / Administrator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Manage Cases: Coordinate emergency dispatches and assign response units.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Review Cybercrime Complaints: Access AI threat-scored dossiers and parsed OCR evidence.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Monitor Live Emergency Alerts: Real-time geographic radar of active SOS sessions.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DESIGN COMPONENTS : EMERGENCY SOS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Design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s_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031403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0" y="1371600"/>
            <a:ext cx="6400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Phase 1: Distress Trigger &amp; Telemetry Acquisition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Woman triggers SOS via physical button, BLE pendant, or voice phrase.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Mobile app immediately captures high-precision GPS coordinates &amp; device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606040"/>
            <a:ext cx="6400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Phase 2: Backend Ingestion &amp; Persistent Storage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App sends emergency payload to Flask API gateway via secure REST endpoint.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Emergency record is instantly committed to PostgreSQL database with UTC timestamp.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64008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Phase 3: Parallel Broadcast (Fork Execution)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Branch A (Guardians): Automated SMS dispatched with live Google Maps coordinate link.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Branch B (Police): Real-time emergency alert pushed onto Police Command Dashboard radar.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212080"/>
            <a:ext cx="6400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250" b="1">
                <a:solidFill>
                  <a:srgbClr val="4338CA"/>
                </a:solidFill>
                <a:latin typeface="Arial"/>
              </a:defRPr>
            </a:pPr>
            <a:r>
              <a:t>Phase 4: Confirmation &amp; Safe Resolution (Join)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System renders visual SOS confirmation &amp; haptic feedback to user.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Live location tracking loop continues until the emergency session is safely resolved.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9. ENGINEERING STACK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Technology Stack Justification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377440"/>
                <a:gridCol w="4846320"/>
              </a:tblGrid>
              <a:tr h="762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Selection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Why It Was Chosen for SHE SHIELD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Mobile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Flutter 3.x (Dart)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Single codebase for Android/iOS, 60fps UI, low-latency BLE sensor bindings.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Command Portal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Presentation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React.js + Tailwind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High-density real-time radar for police dispatchers with WebSocket updates.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Backend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Application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Python (Flask)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Lightweight WSGI routing, native PyTorch/OpenCV AI integration, fast boot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Relational Store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Strict ACID compliance for user accounts, RBAC roles, audit logs &amp; complaints.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Telemetry 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Cache &amp; Pub/Sub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Sub-millisecond latency for live GPS waypoint distribution and session queues.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10. DEFENSE-IN-DEPTH &amp; LEGAL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Security Architecture &amp; Cryptographic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1. Role-Based Access (JWT)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Cryptographically signed stateless tokens.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Short-lived 15-minute access expiration.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Granular permission scopes by user role.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2. AES-256-GCM Encryption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Authenticated Galois/Counter Mode cipher.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Unique Initialization Vector (IV) per asset.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Applied to evidence at rest and in transit.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1206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3. Sliding-Window Rate Limiting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Redis-backed token bucket request tracking.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Defends emergency APIs against DDoS floods.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Prioritizes active emergency SOS traffic.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749039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4. Section 65B Legal Admissibility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Client SHA-256 digest created at recording.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Immutable ledger stores hash with timestamp.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Provides bit-for-bit proof of non-tampering.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11. SPRINT DELIVERABLES (GITHUB STATUS)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Current Implementation Progress (Weeks 1–11)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3474720"/>
                <a:gridCol w="1554480"/>
              </a:tblGrid>
              <a:tr h="65314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Delivered Feature &amp; Module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GitHub Repository Artifact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M1: 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System architecture, UI design system, Provider state framework.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lib/main.dart, lib/theme/app_theme.dart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M2: Auth &amp; RBAC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User, Guardian, Responder, Admin registration and login guards.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lib/screens/auth_screens.dart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M3: SOS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Multi-modal trigger engine, 5s countdown timer, volume double-click.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lib/screens/sos_screens.dart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M4: Travel Monitor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Cab Guardian &amp; Walk Guardian with 30m route offset deviation check.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lib/screens/travel_monitor_screen.dart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M5: Cybercrime 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Cyber complaint intake, OCR screenshot scan, PyTorch threat score.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lib/screens/cyber_screens.dart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M6: Command Hub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Command Center, Responder live radar, and Evidence Locker.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lib/screens/admin_command_center_screen.dart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Live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12. PROJECT ROADMAP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Next Steps (Weeks 12–16)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Weeks 12–13: End-to-End Integration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Connect Flutter mobile client, Flask microservices, and React admin desk.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Harden WebSocket real-time synchronization under simulated network loss.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Week 14: GPS Geofencing Field Benchmarks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Test Haversine route deviation accuracy in dense urban multi-path corridors.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Calibrate Kalman filter to eliminate GPS drift around high-rise buildings.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51206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Week 15: High-Concurrency Load Testing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Simulate 5,000+ simultaneous emergency SOS trigger bursts using Locust.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Conduct penetration testing and token vulnerability audits.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749039"/>
            <a:ext cx="5212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 rIns="201168" bIns="164592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Week 16: Final Release &amp; Viva Defense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Final production Docker containerization and signed APK release.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• Community pilot trial testing and Course Viva Voce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