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shap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365760"/>
            <a:ext cx="2560320" cy="1510589"/>
          </a:xfrm>
          <a:prstGeom prst="rect">
            <a:avLst/>
          </a:prstGeom>
        </p:spPr>
      </p:pic>
      <p:pic>
        <p:nvPicPr>
          <p:cNvPr id="3" name="Picture 2" descr="she_shield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292608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81C87"/>
                </a:solidFill>
                <a:latin typeface="Arial"/>
              </a:defRPr>
            </a:pPr>
            <a:r>
              <a:t>WSSOA (IT644) Project Presentation I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Autumn 2026  ·  Dhirubhai Ambani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463040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581C87"/>
                </a:solidFill>
                <a:latin typeface="Arial"/>
              </a:defRPr>
            </a:pPr>
            <a:r>
              <a:t>Project Title : SHE SHIELD</a:t>
            </a:r>
          </a:p>
          <a:p>
            <a:pPr>
              <a:defRPr sz="1500" b="1">
                <a:solidFill>
                  <a:srgbClr val="DB2777"/>
                </a:solidFill>
                <a:latin typeface="Arial"/>
              </a:defRPr>
            </a:pPr>
            <a:r>
              <a:t>Proactive AI-Powered Women Safety &amp; Emergency Response Ecosystem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A cross-platform smart safety, real-time geo-tracking, and cryptographic evidence platform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31920" y="2926080"/>
          <a:ext cx="74980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114800"/>
                <a:gridCol w="2286000"/>
              </a:tblGrid>
              <a:tr h="386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Sr. No.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Student Name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Student ID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Diya Jain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202512014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Piyush Tanwani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202512021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Divyesh Dandwani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202512043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Harshil Dodwani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202512044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Vivek Dhanwani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202512045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Yash Gangwani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202512048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Aman Rohera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202512049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Priya Shah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202512100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  <a:latin typeface="Arial"/>
              </a:defRPr>
            </a:pPr>
            <a:r>
              <a:t>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581C87"/>
                </a:solidFill>
                <a:latin typeface="Arial"/>
              </a:defRPr>
            </a:pPr>
            <a:r>
              <a:t>The Traditional Women's Safety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822960"/>
          </a:xfrm>
          <a:prstGeom prst="roundRect">
            <a:avLst/>
          </a:prstGeom>
          <a:solidFill>
            <a:srgbClr val="F5F0FF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581C87"/>
                </a:solidFill>
                <a:latin typeface="Arial"/>
              </a:defRPr>
            </a:pPr>
            <a:r>
              <a:t>1. Commuting or Traveling Alone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Navigating poorly lit roads, isolated transit routes, or suspicious cab rides late at night.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78608"/>
            <a:ext cx="5120640" cy="822960"/>
          </a:xfrm>
          <a:prstGeom prst="roundRect">
            <a:avLst/>
          </a:prstGeom>
          <a:solidFill>
            <a:srgbClr val="F5F0FF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581C87"/>
                </a:solidFill>
                <a:latin typeface="Arial"/>
              </a:defRPr>
            </a:pPr>
            <a:r>
              <a:t>2. Encountering Distress or Threat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Sensing imminent physical stalking, harassment, or unauthorized route diversions.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11296"/>
            <a:ext cx="5120640" cy="822960"/>
          </a:xfrm>
          <a:prstGeom prst="roundRect">
            <a:avLst/>
          </a:prstGeom>
          <a:solidFill>
            <a:srgbClr val="F5F0FF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581C87"/>
                </a:solidFill>
                <a:latin typeface="Arial"/>
              </a:defRPr>
            </a:pPr>
            <a:r>
              <a:t>3. Attempting Emergency Actions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Frantically unlocking a smartphone, dialing 112, or sending messages under intense panic.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43984"/>
            <a:ext cx="5120640" cy="822960"/>
          </a:xfrm>
          <a:prstGeom prst="roundRect">
            <a:avLst/>
          </a:prstGeom>
          <a:solidFill>
            <a:srgbClr val="F5F0FF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581C87"/>
                </a:solidFill>
                <a:latin typeface="Arial"/>
              </a:defRPr>
            </a:pPr>
            <a:r>
              <a:t>4. Response Delays &amp; Uncertainty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Guardians and emergency services receive late alerts lacking precise GPS or live audio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76672"/>
            <a:ext cx="5120640" cy="822960"/>
          </a:xfrm>
          <a:prstGeom prst="roundRect">
            <a:avLst/>
          </a:prstGeom>
          <a:solidFill>
            <a:srgbClr val="F5F0FF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581C87"/>
                </a:solidFill>
                <a:latin typeface="Arial"/>
              </a:defRPr>
            </a:pPr>
            <a:r>
              <a:t>5. Post-Incident Forensic Hurdles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Evidence is erased, tampered with, or rejected in court due to broken chain-of-custody.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DB2777"/>
                </a:solidFill>
                <a:latin typeface="Arial"/>
              </a:defRPr>
            </a:pPr>
            <a:r>
              <a:t>Problems Faced During This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822960"/>
          </a:xfrm>
          <a:prstGeom prst="roundRect">
            <a:avLst/>
          </a:prstGeom>
          <a:solidFill>
            <a:srgbClr val="FFF5F5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B91C1C"/>
                </a:solidFill>
                <a:latin typeface="Arial"/>
              </a:defRPr>
            </a:pPr>
            <a:r>
              <a:t>1. High Panic Latency &amp; Delayed Alerts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Under physical duress, unlocking a phone or dialing emergency numbers is nearly impossible.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578608"/>
            <a:ext cx="5212080" cy="822960"/>
          </a:xfrm>
          <a:prstGeom prst="roundRect">
            <a:avLst/>
          </a:prstGeom>
          <a:solidFill>
            <a:srgbClr val="FFF5F5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B91C1C"/>
                </a:solidFill>
                <a:latin typeface="Arial"/>
              </a:defRPr>
            </a:pPr>
            <a:r>
              <a:t>2. Route Deviation &amp; Stalking Blindspots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Traditional navigation apps do not monitor driver detours or notify guardians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511296"/>
            <a:ext cx="5212080" cy="822960"/>
          </a:xfrm>
          <a:prstGeom prst="roundRect">
            <a:avLst/>
          </a:prstGeom>
          <a:solidFill>
            <a:srgbClr val="FFF5F5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B91C1C"/>
                </a:solidFill>
                <a:latin typeface="Arial"/>
              </a:defRPr>
            </a:pPr>
            <a:r>
              <a:t>3. Fragile &amp; Tamperable Evidence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Audio/video recordings stored on phones can be erased or challenged for lack of cryptographic proof.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443984"/>
            <a:ext cx="5212080" cy="822960"/>
          </a:xfrm>
          <a:prstGeom prst="roundRect">
            <a:avLst/>
          </a:prstGeom>
          <a:solidFill>
            <a:srgbClr val="FFF5F5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B91C1C"/>
                </a:solidFill>
                <a:latin typeface="Arial"/>
              </a:defRPr>
            </a:pPr>
            <a:r>
              <a:t>4. Fragmented Responder Silos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Guardians, nearby citizens, and civic ERSS-112 operate without a unified situational map.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376672"/>
            <a:ext cx="5212080" cy="822960"/>
          </a:xfrm>
          <a:prstGeom prst="roundRect">
            <a:avLst/>
          </a:prstGeom>
          <a:solidFill>
            <a:srgbClr val="FFF5F5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B91C1C"/>
                </a:solidFill>
                <a:latin typeface="Arial"/>
              </a:defRPr>
            </a:pPr>
            <a:r>
              <a:t>5. Unchecked Cyber Stalking &amp; Abuse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Online harassment, blackmail, and extortion spread unchecked without rapid AI threat triage.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81C87"/>
                </a:solidFill>
                <a:latin typeface="Arial"/>
              </a:defRPr>
            </a:pPr>
            <a:r>
              <a:t>SheShield - Proactive AI-Powered Women Safety &amp; Emergency Response Ecosystem</a:t>
            </a:r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r>
              <a:t>SheShield is an integrated, cross-platform safety ecosystem engineered to proactively prevent distress, dispatch multi-modal stealth SOS alerts in real time, monitor journeys with intelligent geofencing, and capture tamper-proof digital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212080" cy="2011680"/>
          </a:xfrm>
          <a:prstGeom prst="roundRect">
            <a:avLst/>
          </a:prstGeom>
          <a:solidFill>
            <a:srgbClr val="F5F0FF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400" b="1">
                <a:solidFill>
                  <a:srgbClr val="581C87"/>
                </a:solidFill>
                <a:latin typeface="Arial"/>
              </a:defRPr>
            </a:pPr>
            <a:r>
              <a:t>1. Multi-Modal Emergency SOS &amp; Stealth Triggers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• Trigger alerts via discreet BLE wearable button, secret voice phrase ('capcap'), or power/volume key double clicks.</a:t>
            </a:r>
            <a:br/>
            <a:r>
              <a:t>• Silent SOS mode dispatches alerts with zero screen illumination.</a:t>
            </a:r>
            <a:br/>
            <a:r>
              <a:t>• Offline coordinate caching with automated SMS fallback queue.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212080" cy="2011680"/>
          </a:xfrm>
          <a:prstGeom prst="roundRect">
            <a:avLst/>
          </a:prstGeom>
          <a:solidFill>
            <a:srgbClr val="F5F0FF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400" b="1">
                <a:solidFill>
                  <a:srgbClr val="581C87"/>
                </a:solidFill>
                <a:latin typeface="Arial"/>
              </a:defRPr>
            </a:pPr>
            <a:r>
              <a:t>2. Real-Time Travel &amp; Geo-Fencing Guardian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• 'Cab Guardian' &amp; 'Walk Guardian' monitor dynamic routes and GPS breadcrumbs.</a:t>
            </a:r>
            <a:br/>
            <a:r>
              <a:t>• Automated route deviation alerts when driver detours exceed threshold offsets.</a:t>
            </a:r>
            <a:br/>
            <a:r>
              <a:t>• AI Unsafe Zone Engine alerts users near high-risk nocturnal crime clusters.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5212080" cy="1920240"/>
          </a:xfrm>
          <a:prstGeom prst="roundRect">
            <a:avLst/>
          </a:prstGeom>
          <a:solidFill>
            <a:srgbClr val="F5F0FF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400" b="1">
                <a:solidFill>
                  <a:srgbClr val="581C87"/>
                </a:solidFill>
                <a:latin typeface="Arial"/>
              </a:defRPr>
            </a:pPr>
            <a:r>
              <a:t>3. Tamper-Proof Digital Evidence Vault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• Automatic background audio/video recording upon travel start or SOS trigger.</a:t>
            </a:r>
            <a:br/>
            <a:r>
              <a:t>• Instant cryptographic SHA-256 digital fingerprinting of evidence assets.</a:t>
            </a:r>
            <a:br/>
            <a:r>
              <a:t>• Tamper-verification pass ensuring forensic chain-of-custody admissible in court.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60520"/>
            <a:ext cx="5212080" cy="1920240"/>
          </a:xfrm>
          <a:prstGeom prst="roundRect">
            <a:avLst/>
          </a:prstGeom>
          <a:solidFill>
            <a:srgbClr val="F5F0FF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400" b="1">
                <a:solidFill>
                  <a:srgbClr val="581C87"/>
                </a:solidFill>
                <a:latin typeface="Arial"/>
              </a:defRPr>
            </a:pPr>
            <a:r>
              <a:t>4. Unified Multi-Role Command Network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• Dedicated real-time dashboards for At-Risk Users, Linked Family Guardians, ERSS-112 Emergency Responders, and Police Administrators.</a:t>
            </a:r>
            <a:br/>
            <a:r>
              <a:t>• Live WebSocket coordinate streaming and automated incident dossier export.</a:t>
            </a:r>
            <a:br/>
            <a:r>
              <a:t>• Cyber Crime reporting suite with automated threat risk assessment.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172200"/>
            <a:ext cx="10698480" cy="5486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12E81"/>
                </a:solidFill>
                <a:latin typeface="Arial"/>
              </a:defRPr>
            </a:pPr>
            <a:r>
              <a:t>Expected Outcome : SheShield compresses emergency response latency from minutes to seconds, prevents route deviations proactively, empowers women with stealth triggers, and provides incontrovertible legal evidence for swift justice.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  <a:latin typeface="Arial"/>
              </a:defRPr>
            </a:pPr>
            <a:r>
              <a:t>SYSTEM WORKFLOW</a:t>
            </a:r>
          </a:p>
        </p:txBody>
      </p:sp>
      <p:pic>
        <p:nvPicPr>
          <p:cNvPr id="3" name="Picture 2" descr="she_shield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5720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77840" y="1188720"/>
            <a:ext cx="5852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81C87"/>
                </a:solidFill>
                <a:latin typeface="Arial"/>
              </a:defRPr>
            </a:pPr>
            <a:r>
              <a:t>Data Integration &amp; Telemetry Ingestion: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Collects multi-modal inputs from BLE wearable panic buttons, secret voice phrase detection, volume/power hardware keys, and GPS sensors into a unified telemetry stream.</a:t>
            </a:r>
          </a:p>
          <a:p>
            <a:pPr>
              <a:defRPr sz="300"/>
            </a:pPr>
          </a:p>
          <a:p>
            <a:pPr>
              <a:defRPr sz="1300" b="1">
                <a:solidFill>
                  <a:srgbClr val="581C87"/>
                </a:solidFill>
                <a:latin typeface="Arial"/>
              </a:defRPr>
            </a:pPr>
            <a:r>
              <a:t>Autonomous Edge Telemetry &amp; Offline Caching: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Caches high-frequency GPS breadcrumbs locally during cellular drops and queues automated SMS fallback alerts with Google Maps coordinates.</a:t>
            </a:r>
          </a:p>
          <a:p>
            <a:pPr>
              <a:defRPr sz="300"/>
            </a:pPr>
          </a:p>
          <a:p>
            <a:pPr>
              <a:defRPr sz="1300" b="1">
                <a:solidFill>
                  <a:srgbClr val="581C87"/>
                </a:solidFill>
                <a:latin typeface="Arial"/>
              </a:defRPr>
            </a:pPr>
            <a:r>
              <a:t>Geo-Spatial Anomaly &amp; Deviation Engine: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Continuously evaluates live transit coordinates against planned route vectors; flags unauthorized route offsets exceeding threshold limits (e.g. 30m+).</a:t>
            </a:r>
          </a:p>
          <a:p>
            <a:pPr>
              <a:defRPr sz="300"/>
            </a:pPr>
          </a:p>
          <a:p>
            <a:pPr>
              <a:defRPr sz="1300" b="1">
                <a:solidFill>
                  <a:srgbClr val="581C87"/>
                </a:solidFill>
                <a:latin typeface="Arial"/>
              </a:defRPr>
            </a:pPr>
            <a:r>
              <a:t>AI Unsafe Zone Intelligence: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Assesses real-time user location against nocturnal risk factors, street illumination, and historical crime complaints to recommend safe corridors.</a:t>
            </a:r>
          </a:p>
          <a:p>
            <a:pPr>
              <a:defRPr sz="300"/>
            </a:pPr>
          </a:p>
          <a:p>
            <a:pPr>
              <a:defRPr sz="1300" b="1">
                <a:solidFill>
                  <a:srgbClr val="581C87"/>
                </a:solidFill>
                <a:latin typeface="Arial"/>
              </a:defRPr>
            </a:pPr>
            <a:r>
              <a:t>Cryptographic Forensic Preservation: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Streams background audio/video into the Evidence Vault, calculating SHA-256 cryptographic digests immediately to guarantee court-admissible chain of custody.</a:t>
            </a:r>
          </a:p>
          <a:p>
            <a:pPr>
              <a:defRPr sz="300"/>
            </a:pPr>
          </a:p>
          <a:p>
            <a:pPr>
              <a:defRPr sz="1300" b="1">
                <a:solidFill>
                  <a:srgbClr val="581C87"/>
                </a:solidFill>
                <a:latin typeface="Arial"/>
              </a:defRPr>
            </a:pPr>
            <a:r>
              <a:t>Unified Command &amp; Multi-Role Dispatch: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Dispatches real-time incident notifications to linked family guardians and provides ERSS-112 police dispatchers with live tracking and incident dossiers.</a:t>
            </a:r>
          </a:p>
          <a:p>
            <a:pPr>
              <a:defRPr sz="3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  <a:latin typeface="Arial"/>
              </a:defRPr>
            </a:pPr>
            <a:r>
              <a:t>PROJECT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120640" cy="4297680"/>
          </a:xfrm>
          <a:prstGeom prst="roundRect">
            <a:avLst/>
          </a:prstGeom>
          <a:solidFill>
            <a:srgbClr val="F5F0FF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700" b="1">
                <a:solidFill>
                  <a:srgbClr val="581C87"/>
                </a:solidFill>
                <a:latin typeface="Arial"/>
              </a:defRPr>
            </a:pPr>
            <a:r>
              <a:t>In Scope 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Multi-modal emergency SOS triggering (BLE wearable button, secret voice phrase 'capcap', power/volume double click, UI button).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Real-time GPS tracking, breadcrumb history, and offline location caching with automated SMS fallback queue.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Cab Guardian &amp; Walk Guardian modules with automated route deviation alerts and distance-offset detection.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AI Unsafe Zone Intelligence calculating localized risk scores based on time, lighting, and historical crime clusters.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Cryptographic Evidence Locker with SHA-256 digital fingerprinting for tamper-proof audio/video blackbox files.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Role-based portals: User Dashboard, Family Guardian Portal, Emergency Responder Hub, and Police Admin Command Center.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Cyber Crime Reporting suite with AI threat severity scoring, screenshot upload, and official complaint tracking.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Architecture-level integration hooks for ERSS-112, CCTNS police records, and CERT-In cyber threat databases.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212080" cy="429768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700" b="1">
                <a:solidFill>
                  <a:srgbClr val="B91C1C"/>
                </a:solidFill>
                <a:latin typeface="Arial"/>
              </a:defRPr>
            </a:pPr>
            <a:r>
              <a:t>Out of Scope :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• Physical deployment or tactical command of on-ground armed police personnel.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• Proprietary semiconductor or custom IoT hardware chip fabrication (utilizes standard Bluetooth LE and Android/iOS standards).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• Direct courtroom litigation, judicial prosecution, or formal legal sentencing.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• Guaranteed 100% real-time tracking in deep subterranean basements without GNSS, cellular GSM/SMS, or BLE relay connectivity.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• Automated facial recognition matching on low-resolution or heavily occluded third-party CCTV streams.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Arial"/>
              </a:defRPr>
            </a:pPr>
            <a:r>
              <a:t>Project Boundary :  SheShield focuses on rapid threat detection, automated alerting, geo-spatial intelligence, and tamper-proof evidence preservation; physical rescue and law enforcement remain under authorized civic agencies.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  <a:latin typeface="Arial"/>
              </a:defRPr>
            </a:pPr>
            <a:r>
              <a:t>SYSTEM ARCHITECTURE</a:t>
            </a:r>
          </a:p>
        </p:txBody>
      </p:sp>
      <p:pic>
        <p:nvPicPr>
          <p:cNvPr id="3" name="Picture 2" descr="she_shiel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6217920" cy="38438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18872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81C87"/>
                </a:solidFill>
                <a:latin typeface="Arial"/>
              </a:defRPr>
            </a:pPr>
            <a:r>
              <a:t>Presentation Layer: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Flutter 3.x with Dart delivers 60fps responsive interfaces across mobile and web with Material 3 theming and modern glassmorphism.</a:t>
            </a:r>
          </a:p>
          <a:p>
            <a:pPr>
              <a:defRPr sz="300"/>
            </a:pPr>
          </a:p>
          <a:p>
            <a:pPr>
              <a:defRPr sz="1300" b="1">
                <a:solidFill>
                  <a:srgbClr val="581C87"/>
                </a:solidFill>
                <a:latin typeface="Arial"/>
              </a:defRPr>
            </a:pPr>
            <a:r>
              <a:t>Backend API Layer: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Python Flask microservices orchestrate RESTful endpoints, token authentication, and Firebase Admin SDK services.</a:t>
            </a:r>
          </a:p>
          <a:p>
            <a:pPr>
              <a:defRPr sz="300"/>
            </a:pPr>
          </a:p>
          <a:p>
            <a:pPr>
              <a:defRPr sz="1300" b="1">
                <a:solidFill>
                  <a:srgbClr val="581C87"/>
                </a:solidFill>
                <a:latin typeface="Arial"/>
              </a:defRPr>
            </a:pPr>
            <a:r>
              <a:t>Application Services: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Core micro-engines power Cab Deviation Detection, AI Unsafe Zone Scoring, Forensic Evidence Streaming, and SMS fallback queues.</a:t>
            </a:r>
          </a:p>
          <a:p>
            <a:pPr>
              <a:defRPr sz="300"/>
            </a:pPr>
          </a:p>
          <a:p>
            <a:pPr>
              <a:defRPr sz="1300" b="1">
                <a:solidFill>
                  <a:srgbClr val="581C87"/>
                </a:solidFill>
                <a:latin typeface="Arial"/>
              </a:defRPr>
            </a:pPr>
            <a:r>
              <a:t>Data Layer: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Cloud Firestore provides real-time reactive NoSQL collections for live telemetry, paired with encrypted Firebase Storage.</a:t>
            </a:r>
          </a:p>
          <a:p>
            <a:pPr>
              <a:defRPr sz="300"/>
            </a:pPr>
          </a:p>
          <a:p>
            <a:pPr>
              <a:defRPr sz="1300" b="1">
                <a:solidFill>
                  <a:srgbClr val="581C87"/>
                </a:solidFill>
                <a:latin typeface="Arial"/>
              </a:defRPr>
            </a:pPr>
            <a:r>
              <a:t>Integration Layer: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Future-ready integration hooks interface with ERSS-112 (National Emergency), CCTNS (Police records), CERT-In (Cyber Defense), and Twilio SMS.</a:t>
            </a:r>
          </a:p>
          <a:p>
            <a:pPr>
              <a:defRPr sz="30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  <a:latin typeface="Arial"/>
              </a:defRPr>
            </a:pPr>
            <a:r>
              <a:t>FRONTEND AND BACKEND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81C87"/>
                </a:solidFill>
                <a:latin typeface="Arial"/>
              </a:defRPr>
            </a:pPr>
            <a:r>
              <a:t>FRONTEND TECHNOLOGIES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51206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65760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Why It Is Used in SheShield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Flutter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Builds high-performance native user interfaces for Android and iOS using a single unified codebase.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Provides sound type safety and asynchronous event streams essential for emergency telemetry.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Manages reactive state cleanly across SOS countdowns, travel monitoring, and live location updates.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Material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Creates accessible, high-contrast UI components with responsive glassmorphic cards and buttons.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Flutter BLE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Enables low-latency communication with Bluetooth LE panic buttons and wearable smart pendants.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Geolocator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Captures high-precision GPS coordinates, breadcrumb paths, and speed telemetry in real time.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10972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B2777"/>
                </a:solidFill>
                <a:latin typeface="Arial"/>
              </a:defRPr>
            </a:pPr>
            <a:r>
              <a:t>BACKEND &amp; AI TECHNOLOGIES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554480"/>
          <a:ext cx="52120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6616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Why It Is Used in SheShield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Python Flask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Runs lightweight, scalable REST microservices handling emergency routing and alert dispatch.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Flask-CORS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Secures cross-origin API communication between mobile clients, responder maps, and admin consoles.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Firebase Admin SDK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Provides privileged server-side access to Cloud Firestore collections and user security rules.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PyTorch &amp; Transformers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Powers NLP models to classify cyber harassment severity and assess digital blackmail threats.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OpenCV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Processes uploaded forensic evidence screenshots and inspects visual file authenticity.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hashlib (SHA-256)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Computes immutable cryptographic digests of recorded evidence to guarantee court admissibility.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  <a:latin typeface="Arial"/>
              </a:defRPr>
            </a:pPr>
            <a:r>
              <a:t>DATABASE, AI, DATA PROCESSING &amp; INTEGRATION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5852160"/>
              </a:tblGrid>
              <a:tr h="40092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Technology / Component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Why It Is Used in SheShield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Cloud Firestore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Data Storage &amp; Real-Time Sync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Stores user profiles, SOS alerts, travel sessions, and syncs live telemetry across all roles.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Firebase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Authentication &amp; 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Secures multi-role authentication (User, Guardian, Responder, Admin) with biometric support.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Python (Flask)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Backend Microservices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Coordinates emergency dispatch, evidence hashing verification, and external API gateways.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PyTorch &amp; Transformers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AI Threat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Evaluates cyber crime complaints using NLP to calculate threat scores (e.g. 92% blackmail).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AI Unsafe Zone Service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Geo-Spatial AI Analytics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Computes dynamic composite risk scores using time of night, illumination, and crime records.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Cab Deviation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Heuristic Route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Calculates vehicle route offsets from expected polyline and triggers deviation alerts.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SHA-256 Crypto Engine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Evidence Integrity &amp; Forensics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Generates cryptographic fingerprints for captured audio/video to ensure court admissibility.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ERSS-112 Integration 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National Emergency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Connects SheShield alert payloads with India's Emergency Response Support System (112).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CCTNS Sync Hook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Law Enforcement Integration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Prepares crime dossiers and incident records for Crime and Criminal Tracking Network &amp; Systems.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CERT-In Webhook 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Cyber Threat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Automates escalation of severe online blackmail, doxxing, and cyber harassment cases.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Twilio SMS Fallback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Redundant Emergency Alerting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Dispatches instant SMS with live Google Maps coordinates when mobile data is offline.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4009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Docker Compose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Service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Packages and runs application microservices, databases, and mock government gateways.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  <a:latin typeface="Arial"/>
              </a:defRPr>
            </a:pPr>
            <a:r>
              <a:t>DATABASE DESIGN AND DATA MANAGEMENT</a:t>
            </a:r>
          </a:p>
        </p:txBody>
      </p:sp>
      <p:pic>
        <p:nvPicPr>
          <p:cNvPr id="3" name="Picture 2" descr="she_shield_database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572000" cy="409073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0" y="1188720"/>
          <a:ext cx="59436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Table / Collection Name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Purpose in SheShield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User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Stores user account details, Aadhaar/face verification status, and safety preferences.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Guardians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Maintains linked emergency contacts, kinship relations, and notification priority order.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SOSEvents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Logs emergency alerts, trigger mechanisms (voice/BLE/button), live GPS, and status.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TravelTrips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Records Cab Guardian &amp; Walk Guardian trips, vehicle plates, route offsets, and risk scores.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EvidenceVault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Catalogs encrypted audio/video assets alongside SHA-256 hashes for legal chain of custody.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CyberComplaints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Archives cyber abuse reports, screenshots, AI threat severity scores, and police status.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UnsafeZones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Defines geofenced high-risk corridors, historical incident density, and advisory rules.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AuditLogs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Preserves an immutable chronological ledger of administrative actions and SOS events.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  <a:latin typeface="Arial"/>
              </a:defRPr>
            </a:pPr>
            <a:r>
              <a:t>SMART SAFETY INTELLIGENCE AND AI CAPABILITIES</a:t>
            </a:r>
          </a:p>
        </p:txBody>
      </p:sp>
      <p:pic>
        <p:nvPicPr>
          <p:cNvPr id="3" name="Picture 2" descr="she_shield_intelli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330680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4846320"/>
            <a:ext cx="10698480" cy="1554480"/>
          </a:xfrm>
          <a:prstGeom prst="roundRect">
            <a:avLst/>
          </a:prstGeom>
          <a:solidFill>
            <a:srgbClr val="F5F0FF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>
                <a:solidFill>
                  <a:srgbClr val="1E293B"/>
                </a:solidFill>
                <a:latin typeface="Arial"/>
              </a:defRPr>
            </a:pPr>
            <a:r>
              <a:t>SheShield unifies multi-modal sensor intelligence, predictive geo-spatial analytics, NLP threat scoring, and cryptographic evidence preservation to build a proactive safety net. It eliminates panic latency through stealth triggers, proactively detects travel anomalies before danger strikes, and guarantees uncompromised digital evidence for swift law enforcement and court action.</a:t>
            </a:r>
          </a:p>
          <a:p>
            <a:pPr>
              <a:defRPr sz="1200" b="1">
                <a:solidFill>
                  <a:srgbClr val="581C87"/>
                </a:solidFill>
                <a:latin typeface="Arial"/>
              </a:defRPr>
            </a:pPr>
            <a:r>
              <a:t>Key Intelligence Pillars: Multi-Modal Stealth Triggers (BLE &amp; Voice 'capcap') · Cab Deviation Analytics · AI Unsafe Zone Scoring · Forensic SHA-256 Evidence Vault · Automated Cyber Threat Assessment.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  <a:latin typeface="Arial"/>
              </a:defRPr>
            </a:pPr>
            <a:r>
              <a:t>CHALLENGES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81C87"/>
                </a:solidFill>
                <a:latin typeface="Arial"/>
              </a:defRPr>
            </a:pPr>
            <a:r>
              <a:t>Challenges Faced 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54864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Low / Intermittent Connectivity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Emergency situations often occur in low-signal areas; mitigated via offline coordinate caching and automated SMS fallback queue.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Accidental / False Triggers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Pocket presses could overburden responders; handled using 5-second cancellable audio-haptic countdown timers.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Urban GPS Signal Drift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Multipath reflections cause coordinate jumping; stabilized using Kalman filtering and route offset tolerance thresholds.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Mobile OS Background Throttling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Operating systems suspend background apps; resolved via Android foreground services and travel wake-locks.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Evidence Cryptographic Integrity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Audio/video evidence must be court-admissible; solved by generating client-side SHA-256 hashes prior to cloud sync.</a:t>
                      </a:r>
                    </a:p>
                  </a:txBody>
                  <a:tcPr>
                    <a:solidFill>
                      <a:srgbClr val="FAF8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Multi-Stakeholder Dispatch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Synchronizing guardians, nearby responders, and police without confusion requires strict role-based state machines.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0" y="10972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B2777"/>
                </a:solidFill>
                <a:latin typeface="Arial"/>
              </a:defRPr>
            </a:pPr>
            <a:r>
              <a:t>System Limitations 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554480"/>
            <a:ext cx="4846320" cy="475488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200" b="1">
                <a:solidFill>
                  <a:srgbClr val="B91C1C"/>
                </a:solidFill>
                <a:latin typeface="Arial"/>
              </a:defRPr>
            </a:pPr>
            <a:r>
              <a:t>• Hardware Dependency: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Stealth BLE wearable triggers depend on Bluetooth peripheral battery level and active pairing range.</a:t>
            </a:r>
          </a:p>
          <a:p>
            <a:pPr>
              <a:defRPr sz="300"/>
            </a:pPr>
          </a:p>
          <a:p>
            <a:pPr>
              <a:defRPr sz="1200" b="1">
                <a:solidFill>
                  <a:srgbClr val="B91C1C"/>
                </a:solidFill>
                <a:latin typeface="Arial"/>
              </a:defRPr>
            </a:pPr>
            <a:r>
              <a:t>• Cellular SMS Network Latency: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Delivery speed of emergency SMS alerts depends on telecom carrier traffic and congestion.</a:t>
            </a:r>
          </a:p>
          <a:p>
            <a:pPr>
              <a:defRPr sz="300"/>
            </a:pPr>
          </a:p>
          <a:p>
            <a:pPr>
              <a:defRPr sz="1200" b="1">
                <a:solidFill>
                  <a:srgbClr val="B91C1C"/>
                </a:solidFill>
                <a:latin typeface="Arial"/>
              </a:defRPr>
            </a:pPr>
            <a:r>
              <a:t>• Govt Emergency Gateway Readiness: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Direct dispatch into civic ERSS-112 and CCTNS relies on government API availability and authorization.</a:t>
            </a:r>
          </a:p>
          <a:p>
            <a:pPr>
              <a:defRPr sz="300"/>
            </a:pPr>
          </a:p>
          <a:p>
            <a:pPr>
              <a:defRPr sz="1200" b="1">
                <a:solidFill>
                  <a:srgbClr val="B91C1C"/>
                </a:solidFill>
                <a:latin typeface="Arial"/>
              </a:defRPr>
            </a:pPr>
            <a:r>
              <a:t>• Ambient Acoustic Noise: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Extreme environmental noise (e.g. industrial areas) can occasionally impede whisper-level voice recognition.</a:t>
            </a:r>
          </a:p>
          <a:p>
            <a:pPr>
              <a:defRPr sz="300"/>
            </a:pPr>
          </a:p>
          <a:p>
            <a:pPr>
              <a:defRPr sz="1200" b="1">
                <a:solidFill>
                  <a:srgbClr val="B91C1C"/>
                </a:solidFill>
                <a:latin typeface="Arial"/>
              </a:defRPr>
            </a:pPr>
            <a:r>
              <a:t>• Polyline Granularity: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Route deviation alerts require baseline map routing data and destination accuracy.</a:t>
            </a:r>
          </a:p>
          <a:p>
            <a:pPr>
              <a:defRPr sz="30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shap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97280"/>
            <a:ext cx="3474720" cy="20500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560320"/>
            <a:ext cx="8503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581C87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B2777"/>
                </a:solidFill>
                <a:latin typeface="Arial"/>
              </a:defRPr>
            </a:pPr>
            <a:r>
              <a:t>SHE SHIELD — Proactive AI-Powered Women Safety &amp; Emergency Response Ecosystem</a:t>
            </a:r>
          </a:p>
          <a:p>
            <a:pPr algn="ctr">
              <a:defRPr sz="1400">
                <a:solidFill>
                  <a:srgbClr val="64748B"/>
                </a:solidFill>
                <a:latin typeface="Arial"/>
              </a:defRPr>
            </a:pPr>
            <a:r>
              <a:t>WSSOA (IT644)  ·  Autumn 2026</a:t>
            </a:r>
            <a:br/>
            <a:r>
              <a:t>Dhirubhai Ambani University, Gandhinagar, Gujarat</a:t>
            </a:r>
            <a:br/>
            <a:br/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